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Role of Tone in Writing Customer Service Responses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Corporate Communication Research | PES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Shift from verbal to written customer service communication</a:t>
            </a:r>
          </a:p>
          <a:p>
            <a:pPr/>
            <a:r>
              <a:t>Tone replaces non-verbal cues in digital interactions</a:t>
            </a:r>
          </a:p>
          <a:p>
            <a:pPr/>
            <a:r>
              <a:t>Strong impact on customer satisfaction, trust, and service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Analyze role of tone in customer service responses</a:t>
            </a:r>
          </a:p>
          <a:p>
            <a:pPr/>
            <a:r>
              <a:t>Identify factors influencing customer tone preference</a:t>
            </a:r>
          </a:p>
          <a:p>
            <a:pPr/>
            <a:r>
              <a:t>Compare effectiveness of different tonal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Descriptive and empirical research design</a:t>
            </a:r>
          </a:p>
          <a:p>
            <a:pPr/>
            <a:r>
              <a:t>Primary data collected via online survey</a:t>
            </a:r>
          </a:p>
          <a:p>
            <a:pPr/>
            <a:r>
              <a:t>Sample size: 72 respondents</a:t>
            </a:r>
          </a:p>
          <a:p>
            <a:pPr/>
            <a:r>
              <a:t>Tools: Percentage analysis, charts, mean scores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 Analysis</a:t>
            </a:r>
          </a:p>
        </p:txBody>
      </p:sp>
      <p:pic>
        <p:nvPicPr>
          <p:cNvPr id="3" name="Picture 2" descr="temp_img_Demographic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82833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Tone &amp; Preferred Qualities</a:t>
            </a:r>
          </a:p>
        </p:txBody>
      </p:sp>
      <p:pic>
        <p:nvPicPr>
          <p:cNvPr id="3" name="Picture 2" descr="temp_img_Importance_of_Tone_&amp;_Preferred_Qua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82833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Casual Tone &amp; Use of Humor</a:t>
            </a:r>
          </a:p>
        </p:txBody>
      </p:sp>
      <p:pic>
        <p:nvPicPr>
          <p:cNvPr id="3" name="Picture 2" descr="temp_img_Casual_Tone_&amp;_Use_of_Hum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82833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Tone is considered critical in customer service communication</a:t>
            </a:r>
          </a:p>
          <a:p>
            <a:pPr/>
            <a:r>
              <a:t>Professional, clear, and friendly tones are most preferred</a:t>
            </a:r>
          </a:p>
          <a:p>
            <a:pPr/>
            <a:r>
              <a:t>Overly casual or humorous tones can reduce trust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single tone fits all situations</a:t>
            </a:r>
          </a:p>
          <a:p>
            <a:pPr/>
            <a:r>
              <a:t>Tone effectiveness is context-dependent</a:t>
            </a:r>
          </a:p>
          <a:p>
            <a:pPr/>
            <a:r>
              <a:t>Tone management is a strategic necessity for organizations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Develop tone-specific response guidelines</a:t>
            </a:r>
          </a:p>
          <a:p>
            <a:pPr/>
            <a:r>
              <a:t>Train employees on emotional intelligence and tone management</a:t>
            </a:r>
          </a:p>
          <a:p>
            <a:pPr/>
            <a:r>
              <a:t>Use humor cautiously and contextually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